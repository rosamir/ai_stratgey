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embeddedFontLst>
    <p:embeddedFont>
      <p:font typeface="Heebo" pitchFamily="2" charset="-79"/>
      <p:regular r:id="rId5"/>
      <p:bold r:id="rId6"/>
    </p:embeddedFont>
    <p:embeddedFont>
      <p:font typeface="Heebo Light" pitchFamily="2" charset="-79"/>
      <p:regular r:id="rId7"/>
      <p:bold r:id="rId8"/>
    </p:embeddedFont>
    <p:embeddedFont>
      <p:font typeface="Rubik" pitchFamily="2" charset="-79"/>
      <p:regular r:id="rId9"/>
      <p:bold r:id="rId10"/>
      <p:italic r:id="rId11"/>
      <p:boldItalic r:id="rId12"/>
    </p:embeddedFont>
    <p:embeddedFont>
      <p:font typeface="Rubik Black" pitchFamily="2" charset="-79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e41edb8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e41edb8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571500" y="381000"/>
            <a:ext cx="1084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איך הגענו לכאן? קיצור תולדות הבינה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952500" y="3488667"/>
            <a:ext cx="10287000" cy="28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8384" y="2360996"/>
            <a:ext cx="8191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976419" y="3370646"/>
            <a:ext cx="226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Rubik Black"/>
                <a:ea typeface="Rubik Black"/>
                <a:cs typeface="Rubik Black"/>
                <a:sym typeface="Rubik Black"/>
              </a:rPr>
              <a:t>1950s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976419" y="3818321"/>
            <a:ext cx="2263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Heebo"/>
                <a:ea typeface="Heebo"/>
                <a:cs typeface="Heebo"/>
                <a:sym typeface="Heebo"/>
              </a:rPr>
              <a:t>הלידה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976419" y="4199321"/>
            <a:ext cx="2263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מבחן טיורינג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 ועידת דארטמות'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3794" y="2360996"/>
            <a:ext cx="8191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6301829" y="3370646"/>
            <a:ext cx="226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Rubik Black"/>
                <a:ea typeface="Rubik Black"/>
                <a:cs typeface="Rubik Black"/>
                <a:sym typeface="Rubik Black"/>
              </a:rPr>
              <a:t>1970-90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01829" y="3818321"/>
            <a:ext cx="2263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AI Winter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01829" y="4199321"/>
            <a:ext cx="2263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קיפאון, אכזבה,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 מיעוט תקציבים והשקעות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204" y="2360996"/>
            <a:ext cx="8191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3627239" y="3370646"/>
            <a:ext cx="226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Rubik Black"/>
                <a:ea typeface="Rubik Black"/>
                <a:cs typeface="Rubik Black"/>
                <a:sym typeface="Rubik Black"/>
              </a:rPr>
              <a:t>2000s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627239" y="3818321"/>
            <a:ext cx="2263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Heebo"/>
                <a:ea typeface="Heebo"/>
                <a:cs typeface="Heebo"/>
                <a:sym typeface="Heebo"/>
              </a:rPr>
              <a:t>ההתעוררות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627239" y="4199321"/>
            <a:ext cx="2263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Big Data, כוח מחשוב,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 פריצות דרך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4614" y="2360996"/>
            <a:ext cx="8191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52648" y="3370646"/>
            <a:ext cx="226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C4899"/>
                </a:solidFill>
                <a:latin typeface="Rubik Black"/>
                <a:ea typeface="Rubik Black"/>
                <a:cs typeface="Rubik Black"/>
                <a:sym typeface="Rubik Black"/>
              </a:rPr>
              <a:t>2020+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648" y="3818321"/>
            <a:ext cx="2263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72B6"/>
                </a:solidFill>
                <a:latin typeface="Heebo"/>
                <a:ea typeface="Heebo"/>
                <a:cs typeface="Heebo"/>
                <a:sym typeface="Heebo"/>
              </a:rPr>
              <a:t>המהפכה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648" y="4199321"/>
            <a:ext cx="2263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GenAI &amp; Agentic AI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 המהפכה בעיצומה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84134" y="2627696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09544" y="2627696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15904" y="2627696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41314" y="262769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285750" y="6496050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 / 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71650"/>
            <a:ext cx="1219200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-194100" y="34842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קצב אימוץ חסר תקדים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85750" y="1002875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Heebo Light"/>
                <a:ea typeface="Heebo Light"/>
                <a:cs typeface="Heebo Light"/>
                <a:sym typeface="Heebo Light"/>
              </a:rPr>
              <a:t>כמה זמן לקח לכל טכנולוגיה להגיע ל-100 מיליון משתמשים?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85750" y="6496050"/>
            <a:ext cx="400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5 /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Macintosh PowerPoint</Application>
  <PresentationFormat>Widescreen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Calibri</vt:lpstr>
      <vt:lpstr>Rubik Black</vt:lpstr>
      <vt:lpstr>Heebo Light</vt:lpstr>
      <vt:lpstr>Arial</vt:lpstr>
      <vt:lpstr>Heebo</vt:lpstr>
      <vt:lpstr>Rubik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Rosen</cp:lastModifiedBy>
  <cp:revision>1</cp:revision>
  <dcterms:modified xsi:type="dcterms:W3CDTF">2026-09-13T10:18:01Z</dcterms:modified>
</cp:coreProperties>
</file>